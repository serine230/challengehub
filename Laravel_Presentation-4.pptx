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1371600" cy="13716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173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🔥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103120" y="12801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Laravel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103120" y="2468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PHP open-source pour le web moderne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03120" y="3108960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91840"/>
            <a:ext cx="1170432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2918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MVC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1568" y="3291840"/>
            <a:ext cx="1170432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32918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Eloquent 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3291840"/>
            <a:ext cx="1170432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32918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Artisan CLI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3291840"/>
            <a:ext cx="1170432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8464" y="32918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Blade Templates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96912" y="3291840"/>
            <a:ext cx="1170432" cy="3657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6912" y="329184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REST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206240"/>
            <a:ext cx="64008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Présenté par 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Serine Khelifi  •  Belhassen Mechichi  •  Amin BenMime  •  Aziz Younsi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Introduction à Laravel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Architecture MVC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346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Fonctionnalités clés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490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Eloquent ORM &amp; Base de données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058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58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0058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Blade Templates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9202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202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9202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Sécurité &amp; Authentification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346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346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28346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Écosystème &amp; Outils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4023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49040"/>
            <a:ext cx="457200" cy="713232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74904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74904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Exemple pratique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Introduction à Laravel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29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369A1"/>
                </a:solidFill>
              </a:rPr>
              <a:t>"Laravel est un framework web PHP élégant et expressif, conçu pour rendre le développement web agréable."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2606040" cy="64008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291C"/>
                </a:solidFill>
              </a:rPr>
              <a:t>2011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Année de création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par Taylor Otwell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011680"/>
            <a:ext cx="2606040" cy="64008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291C"/>
                </a:solidFill>
              </a:rPr>
              <a:t>#1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6120" y="2670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Framework PHP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le plus populaire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011680"/>
            <a:ext cx="2606040" cy="64008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7568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291C"/>
                </a:solidFill>
              </a:rPr>
              <a:t>75k+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6700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Étoiles sur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GitHub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164592" cy="164592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47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Laravel suit le pattern MVC (Modèle-Vue-Contrôleur) pour organiser le code.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164592" cy="164592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050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Il est basé sur le principe DRY (Don't Repeat Yourself) et Convention over Configuration.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164592" cy="164592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Idéal pour créer des applications web complexes, des APIs RESTful et des sites modernes.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Architecture MVC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56032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MODÈLE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🗄️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Gère les données 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 logique métier.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Interagit avec la BDD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via Eloquent 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468880"/>
            <a:ext cx="22860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22960"/>
            <a:ext cx="25603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🖥️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Gère l'affichage HTML.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Utilise Blade pour 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templates dynamiques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et l'interface utilisateur.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468880"/>
            <a:ext cx="228600" cy="5486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822960"/>
            <a:ext cx="25603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29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822960"/>
            <a:ext cx="2560320" cy="54864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CONTRÔLEUR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72200" y="224028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Reçoit les requêtes HTTP,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appelle le Modèle 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retourne la bonne Vue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avec les données.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369A1"/>
                </a:solidFill>
              </a:rPr>
              <a:t>Requête HTTP  →  Routes (web.php)  →  Contrôleur  →  Modèle  →  Vue  →  Réponse HTTP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Fonctionnalités clés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716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🛣️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Routing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Définition simple et claire des routes HTTP. Support des routes RESTful, groupes et middleware.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6868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3716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914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Artisan CLI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30759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Interface en ligne de commande pour générer du code, lancer des migrations et automatiser des tâches.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6868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3716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75120" y="9144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Migrations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30759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Gestion de la structure de la BDD en PHP. Versionning de la base de données simplifié.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036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832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Packages &amp; Composer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31927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Écosystème riche via Composer. Intégration facile de bibliothèques tierces.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3832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79476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API RESTful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94760" y="331927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Création d'APIs JSON puissantes avec les Resource Controllers, Sanctum et Passport.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97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457200" cy="178308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33832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7512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Queue &amp; Events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319272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Gestion des tâches en arrière-plan, événements et listeners pour une app réactive.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Eloquent ORM &amp; Base de données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9144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59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ORM ActiveRecord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Chaque table correspond à un modèle PHP. Les requêtes SQL sont abstraites en méthodes PHP.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56232"/>
            <a:ext cx="64008" cy="9144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92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Relations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037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hasOne, hasMany, belongsTo, belongsToMany. Gestion des relations entre tables simplifiée.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89504"/>
            <a:ext cx="64008" cy="9144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Query Builder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369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Construction de requêtes SQL complexes en PHP fluent, sans risque d'injection SQL.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922776"/>
            <a:ext cx="64008" cy="9144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9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Migrations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702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Modification de la structure de la BDD via des fichiers PHP versionnés.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</a:rPr>
              <a:t>📄  Eloquent ORM — Exemple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Créer un utilisateur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362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User::create([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  =&gt; 'Alice',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'email' =&gt; 'alice@mail.com',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883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57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tous les users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$users = User::all();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condition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$admin = User::where(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'role', 'admin'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)-&gt;first();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47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Relation hasMany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User::with('posts')-&gt;get();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Blade Templates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0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$variable 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Affichage de variables avec protection XSS automatique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99616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27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@if / @else / @endif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Conditions directement dans les templates HTML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03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@foreach / @endforeach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Boucles pour itérer sur des collections de données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@extends / @section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Héritage de layouts — factoriser le code HTML commun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570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@include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Inclure des sous-vues (navbar, footer, composants)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33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9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Composants réutilisables avec des paramètres personnalisés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6F8FA"/>
          </a:solidFill>
          <a:ln w="10160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solidFill>
            <a:srgbClr val="EAEEF2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</a:rPr>
              <a:t>📄  welcome.blade.php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188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@extends('layouts.app')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362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5361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@section('content')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&lt;h1&gt;Bienvenue, {{ $user-&gt;name }}&lt;/h1&gt;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8836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057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@if($user-&gt;isAdmin())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&lt;p&gt;Accès administrateur&lt;/p&gt;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404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@endif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752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@foreach($posts as $post)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099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&lt;h2&gt;{{ $post-&gt;title }}&lt;/h2&gt;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273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&lt;p&gt;{{ $post-&gt;excerpt }}&lt;/p&gt;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47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6210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@endforeach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@endsection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Sécurité &amp; Authentification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Protection CSRF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Token automatique sur tous les formulaires. Prévient les attaques Cross-Site Request Forgery.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8229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144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Injection SQL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470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Eloquent et Query Builder utilisent PDO pour préparer les requêtes et éviter les injections.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Hachage des mdp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470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Utilisation de bcrypt ou argon2 pour stocker les mots de passe de manière sécurisée.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044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Règles de validation puissantes pour sécuriser les données entrantes (email, required, unique...).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971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3756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Sanctum / Passport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9044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Authentification API par tokens. Sanctum pour les SPA, Passport pour OAuth2 complet.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697480" cy="1874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97180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🚧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217920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Middleware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904488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Filtres appliqués aux requêtes HTTP (auth, admin, throttle) pour protéger les routes.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Écosystème &amp; Outils Laravel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Forge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Déploiement et gestion de serveurs cloud (AWS, DigitalOcean, Linode).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2296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Vapor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18470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Déploiement serverless sur AWS Lambda en quelques clics.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82296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72584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Nova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18470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Panneau d'administration premium, personnalisable et élégant.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82296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82296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48856" y="15361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Horizon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48856" y="18470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Dashboard de monitoring pour les queues Redis en temps réel.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83464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26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0040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Echo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8587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WebSockets pour les événements temps réel dans l'application.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50592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283464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2926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🔭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2496312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Laravel Telescope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96312" y="38587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Outil de débogage et d'inspection des requêtes et exceptions.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26864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6864" y="283464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2926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72584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Livewire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72584" y="38587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Composants dynamiques full-stack sans écrire de JavaScript.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03136" y="2834640"/>
            <a:ext cx="20116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03136" y="2834640"/>
            <a:ext cx="2011680" cy="54864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2926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6848856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Inertia.js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48856" y="38587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Connecter Laravel avec Vue.js ou React sans API séparée.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— Exemple pratique : Mini Blog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859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Installation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1243584"/>
            <a:ext cx="7498080" cy="3200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2435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create-project laravel/laravel blog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93392"/>
            <a:ext cx="502920" cy="502920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865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Modèle + Migration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2249424"/>
            <a:ext cx="7498080" cy="3200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2494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Post -m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16352"/>
            <a:ext cx="841248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99232"/>
            <a:ext cx="502920" cy="502920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Contrôleur REST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3255264"/>
            <a:ext cx="7498080" cy="3200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2552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make:controller PostController --resource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22192"/>
            <a:ext cx="841248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05072"/>
            <a:ext cx="502920" cy="502920"/>
          </a:xfrm>
          <a:prstGeom prst="ellipse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8770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Routes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261104"/>
            <a:ext cx="7498080" cy="320040"/>
          </a:xfrm>
          <a:prstGeom prst="rect">
            <a:avLst/>
          </a:prstGeom>
          <a:solidFill>
            <a:srgbClr val="F6F8FA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2611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Route::resource('posts', PostController::class);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✅  En quelques commandes, un CRUD complet avec routes, contrôleur, modèle et vues est prêt à l'emploi.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E8291C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Laravel — Le choix des professionnels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291C"/>
                </a:solidFill>
              </a:rPr>
              <a:t>Productivité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Laravel réduit le temps de développement grâce à ses outils intégrés et sa syntaxe expressive.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291C"/>
                </a:solidFill>
              </a:rPr>
              <a:t>Sécurité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Protection native contre les attaques XSS, CSRF, injections SQL et gestion sécurisée des accès.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291C"/>
                </a:solidFill>
              </a:rPr>
              <a:t>Communauté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Vaste communauté mondiale, documentation officielle excellente, nombreux packages et tutoriels.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411480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29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41148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369A1"/>
                </a:solidFill>
              </a:rPr>
              <a:t>"Laravel makes the painful tasks of authentication, routing, sessions, and caching easy."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- Framework PHP</dc:title>
  <dc:subject>PptxGenJS Presentation</dc:subject>
  <dc:creator>PptxGenJS</dc:creator>
  <cp:lastModifiedBy>PptxGenJS</cp:lastModifiedBy>
  <cp:revision>1</cp:revision>
  <dcterms:created xsi:type="dcterms:W3CDTF">2026-03-21T11:43:22Z</dcterms:created>
  <dcterms:modified xsi:type="dcterms:W3CDTF">2026-03-21T11:43:22Z</dcterms:modified>
</cp:coreProperties>
</file>